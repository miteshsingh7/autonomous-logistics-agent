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46304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7F8FA"/>
                </a:solidFill>
                <a:latin typeface="Calibri"/>
              </a:rPr>
              <a:t>Autonomous Carrier Rerouting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9A2E"/>
                </a:solidFill>
                <a:latin typeface="Calibri"/>
              </a:rPr>
              <a:t>Is an open model production-ready to replace a closed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67B"/>
                </a:solidFill>
                <a:latin typeface="Calibri"/>
              </a:rPr>
              <a:t>Multi-agent workflow + trajectory-based evaluation  |  AI Researcher take-home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A2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B2E"/>
                </a:solidFill>
                <a:latin typeface="Calibri"/>
              </a:rPr>
              <a:t>Reactive logistics is expensive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41B2E"/>
                </a:solidFill>
                <a:latin typeface="Calibri"/>
              </a:rPr>
              <a:t>•  Disruptions (weather, breakdowns, port congestion) are constant and time-critical.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41B2E"/>
                </a:solidFill>
                <a:latin typeface="Calibri"/>
              </a:rPr>
              <a:t>•  Human dispatchers react late; every hour of delay compounds SLA and cost risk.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41B2E"/>
                </a:solidFill>
                <a:latin typeface="Calibri"/>
              </a:rPr>
              <a:t>•  Goal: a proactive, self-healing system that reroutes autonomously and escalates only when needed.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41B2E"/>
                </a:solidFill>
                <a:latin typeface="Calibri"/>
              </a:rPr>
              <a:t>•  Key question for the business: can we run this on an open model we host, or do we need a frontier closed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8288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B2E"/>
                </a:solidFill>
                <a:latin typeface="Calibri"/>
              </a:rPr>
              <a:t>“Proactive, self-healing” means detecting risk, acting without a human in the loop, and recovering from its own tool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A2E"/>
                </a:solidFill>
                <a:latin typeface="Calibr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B2E"/>
                </a:solidFill>
                <a:latin typeface="Calibri"/>
              </a:rPr>
              <a:t>A supervised multi-agent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Orchestrator (supervisor) routes between three specialist agents on a shared state blackboard: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67B"/>
                </a:solidFill>
                <a:latin typeface="Calibri"/>
              </a:rPr>
              <a:t>   – Assessor — pulls telemetry, decides if a reroute is warranted.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67B"/>
                </a:solidFill>
                <a:latin typeface="Calibri"/>
              </a:rPr>
              <a:t>   – Planner — enumerates alternatives, confirms a firm cost/ETA quote, selects the best option.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67B"/>
                </a:solidFill>
                <a:latin typeface="Calibri"/>
              </a:rPr>
              <a:t>   – Executor — commits the reroute via the dispatch system.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Each agent owns a narrow tool set (better tool-calling reliability) and self-heals against failures in its own tools.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Built on LangGraph; every model is reached through one gateway so closed vs. open is a one-line swap.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A2E"/>
                </a:solidFill>
                <a:latin typeface="Calibri"/>
              </a:rPr>
              <a:t>HOW WE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B2E"/>
                </a:solidFill>
                <a:latin typeface="Calibri"/>
              </a:rPr>
              <a:t>Trajectory-based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We score the whole trajectory (every step), not just the final answer: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67B"/>
                </a:solidFill>
                <a:latin typeface="Calibri"/>
              </a:rPr>
              <a:t>   – Tool accuracy — valid args, full coverage, correct ordering.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67B"/>
                </a:solidFill>
                <a:latin typeface="Calibri"/>
              </a:rPr>
              <a:t>   – Reasoning quality — LLM-as-judge rubric on justification and evidence use.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67B"/>
                </a:solidFill>
                <a:latin typeface="Calibri"/>
              </a:rPr>
              <a:t>   – Error recovery — did it self-heal from an injected tool failure?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67B"/>
                </a:solidFill>
                <a:latin typeface="Calibri"/>
              </a:rPr>
              <a:t>   – Task success — did it reach the right outcome (reroute vs. escalate)?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5 scenarios, 2 with injected faults (telemetry timeout, marketplace timeout).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A2E"/>
                </a:solidFill>
                <a:latin typeface="Calibri"/>
              </a:rPr>
              <a:t>RESULTS — LIVE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B2E"/>
                </a:solidFill>
                <a:latin typeface="Calibri"/>
              </a:rPr>
              <a:t>Closed vs. open, head to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583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7F8FA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F8FA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F8FA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>
                    <a:solidFill>
                      <a:srgbClr val="141B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Tool accuracy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Reasoning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Error recovery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Task success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41B2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ECEF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41B2E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1B2E"/>
                          </a:solidFill>
                          <a:latin typeface="Calibri"/>
                        </a:rPr>
                        <a:t>0.98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41B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82880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41B2E"/>
                </a:solidFill>
                <a:latin typeface="Calibri"/>
              </a:rPr>
              <a:t>•  Tool accuracy, recovery and task success reach parity.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41B2E"/>
                </a:solidFill>
                <a:latin typeface="Calibri"/>
              </a:rPr>
              <a:t>•  The gap concentrates in reasoning quality — nuanced trade-off calls.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41B2E"/>
                </a:solidFill>
                <a:latin typeface="Calibri"/>
              </a:rPr>
              <a:t>•  Open recovers from injected faults just as reliably.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A2E"/>
                </a:solidFill>
                <a:latin typeface="Calibr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B2E"/>
                </a:solidFill>
                <a:latin typeface="Calibri"/>
              </a:rPr>
              <a:t>It is not just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Cost — open (self-hosted) is far cheaper per run at volume.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Latency — open can be lower if hosted close to the app.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Control — open gives data residency, no vendor lock-in, tunable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Reliability — closed still leads on hard reasoning calls.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Ops burden — open means you own hosting, scaling, evals.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Safety — closed ships more mature guardrails out of the 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A2E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7F8FA"/>
                </a:solidFill>
                <a:latin typeface="Calibri"/>
              </a:rPr>
              <a:t>Adopt a hybrid, tiered routing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28016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F7F8FA"/>
                </a:solidFill>
                <a:latin typeface="Calibri"/>
              </a:rPr>
              <a:t>•  Route routine, high-confidence reroutes to the open model — capture the cost savings where it is at parity.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7F8FA"/>
                </a:solidFill>
                <a:latin typeface="Calibri"/>
              </a:rPr>
              <a:t>•  Escalate high-value or ambiguous cases to the closed model (or a human) — where reasoning quality matters most.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7F8FA"/>
                </a:solidFill>
                <a:latin typeface="Calibri"/>
              </a:rPr>
              <a:t>•  Gate the boundary with the trajectory eval: promote more traffic to open as its reasoning score closes the gap.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F7F8FA"/>
                </a:solidFill>
                <a:latin typeface="Calibri"/>
              </a:rPr>
              <a:t>•  Net: most volume on cheaper open infra, frontier reasoning reserved for the decisions that carry real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9A2E"/>
                </a:solidFill>
                <a:latin typeface="Calibri"/>
              </a:rPr>
              <a:t>ROLLOUT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B2E"/>
                </a:solidFill>
                <a:latin typeface="Calibri"/>
              </a:rPr>
              <a:t>How we ship this safely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28016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Phase 1 — shadow mode: open runs alongside production, scored on live trajectories, no dispatch.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Phase 2 — canary: open handles low-risk reroutes with human review of escalations.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Phase 3 — tiered autonomy: expand open's remit as reasoning parity is demonstrated.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41B2E"/>
                </a:solidFill>
                <a:latin typeface="Calibri"/>
              </a:rPr>
              <a:t>•  Risks — reasoning gap on edge cases, hosting/ops maturity, eval coverage. Mitigation: keep the closed-model fallback and the eval gate.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1463040" cy="73152"/>
          </a:xfrm>
          <a:prstGeom prst="rect">
            <a:avLst/>
          </a:prstGeom>
          <a:solidFill>
            <a:srgbClr val="E89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7F8FA"/>
                </a:solidFill>
                <a:latin typeface="Calibri"/>
              </a:rPr>
              <a:t>Build once, evaluate rigorously, route by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9A2E"/>
                </a:solidFill>
                <a:latin typeface="Calibri"/>
              </a:rPr>
              <a:t>The trajectory eval is the control system for how much autonomy we give open models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